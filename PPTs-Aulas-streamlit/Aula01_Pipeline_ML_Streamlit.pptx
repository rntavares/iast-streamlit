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583" r:id="rId7"/>
    <p:sldId id="584" r:id="rId8"/>
    <p:sldId id="262" r:id="rId9"/>
    <p:sldId id="263" r:id="rId10"/>
    <p:sldId id="264" r:id="rId11"/>
    <p:sldId id="265" r:id="rId12"/>
    <p:sldId id="266" r:id="rId13"/>
    <p:sldId id="58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256"/>
            <p14:sldId id="257"/>
            <p14:sldId id="258"/>
            <p14:sldId id="259"/>
            <p14:sldId id="260"/>
            <p14:sldId id="583"/>
            <p14:sldId id="584"/>
            <p14:sldId id="262"/>
            <p14:sldId id="263"/>
            <p14:sldId id="264"/>
            <p14:sldId id="265"/>
            <p14:sldId id="266"/>
            <p14:sldId id="585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 autoAdjust="0"/>
    <p:restoredTop sz="94643"/>
  </p:normalViewPr>
  <p:slideViewPr>
    <p:cSldViewPr snapToGrid="0">
      <p:cViewPr varScale="1">
        <p:scale>
          <a:sx n="76" d="100"/>
          <a:sy n="76" d="100"/>
        </p:scale>
        <p:origin x="6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custSel addSld delSld modSld modSection">
      <pc:chgData name="Rafael Tavares" userId="b5f6855f0475f1c2" providerId="LiveId" clId="{628D8C17-BF8F-5867-8BEA-63D513C56F74}" dt="2026-09-14T22:36:30.784" v="46" actId="14100"/>
      <pc:docMkLst>
        <pc:docMk/>
      </pc:docMkLst>
      <pc:sldChg chg="modSp mod">
        <pc:chgData name="Rafael Tavares" userId="b5f6855f0475f1c2" providerId="LiveId" clId="{628D8C17-BF8F-5867-8BEA-63D513C56F74}" dt="2026-09-14T22:34:47.602" v="18" actId="20577"/>
        <pc:sldMkLst>
          <pc:docMk/>
          <pc:sldMk cId="2002973310" sldId="256"/>
        </pc:sldMkLst>
        <pc:spChg chg="mod">
          <ac:chgData name="Rafael Tavares" userId="b5f6855f0475f1c2" providerId="LiveId" clId="{628D8C17-BF8F-5867-8BEA-63D513C56F74}" dt="2026-09-14T22:33:47.338" v="0" actId="14100"/>
          <ac:spMkLst>
            <pc:docMk/>
            <pc:sldMk cId="2002973310" sldId="256"/>
            <ac:spMk id="23" creationId="{E1393904-2F84-3C8E-54C6-3DA558657CC3}"/>
          </ac:spMkLst>
        </pc:spChg>
        <pc:spChg chg="mod">
          <ac:chgData name="Rafael Tavares" userId="b5f6855f0475f1c2" providerId="LiveId" clId="{628D8C17-BF8F-5867-8BEA-63D513C56F74}" dt="2026-09-14T22:34:47.602" v="18" actId="20577"/>
          <ac:spMkLst>
            <pc:docMk/>
            <pc:sldMk cId="2002973310" sldId="256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3:55.339" v="2" actId="20577"/>
        <pc:sldMkLst>
          <pc:docMk/>
          <pc:sldMk cId="0" sldId="259"/>
        </pc:sldMkLst>
        <pc:spChg chg="mod">
          <ac:chgData name="Rafael Tavares" userId="b5f6855f0475f1c2" providerId="LiveId" clId="{628D8C17-BF8F-5867-8BEA-63D513C56F74}" dt="2026-09-14T22:33:55.339" v="2" actId="20577"/>
          <ac:spMkLst>
            <pc:docMk/>
            <pc:sldMk cId="0" sldId="259"/>
            <ac:spMk id="15" creationId="{E651B861-229C-4274-AC94-1E224E1EAED2}"/>
          </ac:spMkLst>
        </pc:spChg>
      </pc:sldChg>
      <pc:sldChg chg="del">
        <pc:chgData name="Rafael Tavares" userId="b5f6855f0475f1c2" providerId="LiveId" clId="{628D8C17-BF8F-5867-8BEA-63D513C56F74}" dt="2026-09-14T22:34:59.969" v="19" actId="2696"/>
        <pc:sldMkLst>
          <pc:docMk/>
          <pc:sldMk cId="0" sldId="261"/>
        </pc:sldMkLst>
      </pc:sldChg>
      <pc:sldChg chg="modSp mod">
        <pc:chgData name="Rafael Tavares" userId="b5f6855f0475f1c2" providerId="LiveId" clId="{628D8C17-BF8F-5867-8BEA-63D513C56F74}" dt="2026-09-14T22:35:04.696" v="20" actId="20577"/>
        <pc:sldMkLst>
          <pc:docMk/>
          <pc:sldMk cId="0" sldId="263"/>
        </pc:sldMkLst>
        <pc:spChg chg="mod">
          <ac:chgData name="Rafael Tavares" userId="b5f6855f0475f1c2" providerId="LiveId" clId="{628D8C17-BF8F-5867-8BEA-63D513C56F74}" dt="2026-09-14T22:35:04.696" v="20" actId="20577"/>
          <ac:spMkLst>
            <pc:docMk/>
            <pc:sldMk cId="0" sldId="263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5:09.203" v="22" actId="20577"/>
        <pc:sldMkLst>
          <pc:docMk/>
          <pc:sldMk cId="0" sldId="264"/>
        </pc:sldMkLst>
        <pc:spChg chg="mod">
          <ac:chgData name="Rafael Tavares" userId="b5f6855f0475f1c2" providerId="LiveId" clId="{628D8C17-BF8F-5867-8BEA-63D513C56F74}" dt="2026-09-14T22:35:09.203" v="22" actId="20577"/>
          <ac:spMkLst>
            <pc:docMk/>
            <pc:sldMk cId="0" sldId="264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5:13.735" v="24" actId="20577"/>
        <pc:sldMkLst>
          <pc:docMk/>
          <pc:sldMk cId="0" sldId="265"/>
        </pc:sldMkLst>
        <pc:spChg chg="mod">
          <ac:chgData name="Rafael Tavares" userId="b5f6855f0475f1c2" providerId="LiveId" clId="{628D8C17-BF8F-5867-8BEA-63D513C56F74}" dt="2026-09-14T22:35:13.735" v="24" actId="20577"/>
          <ac:spMkLst>
            <pc:docMk/>
            <pc:sldMk cId="0" sldId="265"/>
            <ac:spMk id="2" creationId="{AC7A883F-1FF0-76A8-05EE-4226BFEB3B2A}"/>
          </ac:spMkLst>
        </pc:spChg>
      </pc:sldChg>
      <pc:sldChg chg="addSp delSp modSp mod">
        <pc:chgData name="Rafael Tavares" userId="b5f6855f0475f1c2" providerId="LiveId" clId="{628D8C17-BF8F-5867-8BEA-63D513C56F74}" dt="2026-09-14T22:35:21.837" v="28" actId="22"/>
        <pc:sldMkLst>
          <pc:docMk/>
          <pc:sldMk cId="0" sldId="266"/>
        </pc:sldMkLst>
        <pc:spChg chg="mod">
          <ac:chgData name="Rafael Tavares" userId="b5f6855f0475f1c2" providerId="LiveId" clId="{628D8C17-BF8F-5867-8BEA-63D513C56F74}" dt="2026-09-14T22:35:18.770" v="26" actId="20577"/>
          <ac:spMkLst>
            <pc:docMk/>
            <pc:sldMk cId="0" sldId="266"/>
            <ac:spMk id="2" creationId="{AC7A883F-1FF0-76A8-05EE-4226BFEB3B2A}"/>
          </ac:spMkLst>
        </pc:spChg>
        <pc:spChg chg="add del">
          <ac:chgData name="Rafael Tavares" userId="b5f6855f0475f1c2" providerId="LiveId" clId="{628D8C17-BF8F-5867-8BEA-63D513C56F74}" dt="2026-09-14T22:35:21.837" v="28" actId="22"/>
          <ac:spMkLst>
            <pc:docMk/>
            <pc:sldMk cId="0" sldId="266"/>
            <ac:spMk id="5" creationId="{DCF9FE2B-A525-7D13-53FF-49AA2B971892}"/>
          </ac:spMkLst>
        </pc:spChg>
      </pc:sldChg>
      <pc:sldChg chg="add del">
        <pc:chgData name="Rafael Tavares" userId="b5f6855f0475f1c2" providerId="LiveId" clId="{628D8C17-BF8F-5867-8BEA-63D513C56F74}" dt="2026-09-14T22:36:08.604" v="36" actId="2696"/>
        <pc:sldMkLst>
          <pc:docMk/>
          <pc:sldMk cId="0" sldId="267"/>
        </pc:sldMkLst>
      </pc:sldChg>
      <pc:sldChg chg="modSp mod">
        <pc:chgData name="Rafael Tavares" userId="b5f6855f0475f1c2" providerId="LiveId" clId="{628D8C17-BF8F-5867-8BEA-63D513C56F74}" dt="2026-09-14T22:36:00.854" v="34" actId="20577"/>
        <pc:sldMkLst>
          <pc:docMk/>
          <pc:sldMk cId="2002973310" sldId="268"/>
        </pc:sldMkLst>
        <pc:spChg chg="mod">
          <ac:chgData name="Rafael Tavares" userId="b5f6855f0475f1c2" providerId="LiveId" clId="{628D8C17-BF8F-5867-8BEA-63D513C56F74}" dt="2026-09-14T22:36:00.854" v="34" actId="20577"/>
          <ac:spMkLst>
            <pc:docMk/>
            <pc:sldMk cId="2002973310" sldId="268"/>
            <ac:spMk id="23" creationId="{E1393904-2F84-3C8E-54C6-3DA558657CC3}"/>
          </ac:spMkLst>
        </pc:spChg>
      </pc:sldChg>
      <pc:sldChg chg="modSp mod">
        <pc:chgData name="Rafael Tavares" userId="b5f6855f0475f1c2" providerId="LiveId" clId="{628D8C17-BF8F-5867-8BEA-63D513C56F74}" dt="2026-09-14T22:36:13.657" v="37" actId="20577"/>
        <pc:sldMkLst>
          <pc:docMk/>
          <pc:sldMk cId="0" sldId="269"/>
        </pc:sldMkLst>
        <pc:spChg chg="mod">
          <ac:chgData name="Rafael Tavares" userId="b5f6855f0475f1c2" providerId="LiveId" clId="{628D8C17-BF8F-5867-8BEA-63D513C56F74}" dt="2026-09-14T22:36:13.657" v="37" actId="20577"/>
          <ac:spMkLst>
            <pc:docMk/>
            <pc:sldMk cId="0" sldId="269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6:19.122" v="40" actId="14100"/>
        <pc:sldMkLst>
          <pc:docMk/>
          <pc:sldMk cId="0" sldId="270"/>
        </pc:sldMkLst>
        <pc:spChg chg="mod">
          <ac:chgData name="Rafael Tavares" userId="b5f6855f0475f1c2" providerId="LiveId" clId="{628D8C17-BF8F-5867-8BEA-63D513C56F74}" dt="2026-09-14T22:36:19.122" v="40" actId="14100"/>
          <ac:spMkLst>
            <pc:docMk/>
            <pc:sldMk cId="0" sldId="270"/>
            <ac:spMk id="15" creationId="{E651B861-229C-4274-AC94-1E224E1EAED2}"/>
          </ac:spMkLst>
        </pc:spChg>
      </pc:sldChg>
      <pc:sldChg chg="modSp mod">
        <pc:chgData name="Rafael Tavares" userId="b5f6855f0475f1c2" providerId="LiveId" clId="{628D8C17-BF8F-5867-8BEA-63D513C56F74}" dt="2026-09-14T22:36:23.677" v="43" actId="14100"/>
        <pc:sldMkLst>
          <pc:docMk/>
          <pc:sldMk cId="0" sldId="271"/>
        </pc:sldMkLst>
        <pc:spChg chg="mod">
          <ac:chgData name="Rafael Tavares" userId="b5f6855f0475f1c2" providerId="LiveId" clId="{628D8C17-BF8F-5867-8BEA-63D513C56F74}" dt="2026-09-14T22:36:23.677" v="43" actId="14100"/>
          <ac:spMkLst>
            <pc:docMk/>
            <pc:sldMk cId="0" sldId="271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6:30.784" v="46" actId="14100"/>
        <pc:sldMkLst>
          <pc:docMk/>
          <pc:sldMk cId="0" sldId="273"/>
        </pc:sldMkLst>
        <pc:spChg chg="mod">
          <ac:chgData name="Rafael Tavares" userId="b5f6855f0475f1c2" providerId="LiveId" clId="{628D8C17-BF8F-5867-8BEA-63D513C56F74}" dt="2026-09-14T22:36:30.784" v="46" actId="14100"/>
          <ac:spMkLst>
            <pc:docMk/>
            <pc:sldMk cId="0" sldId="273"/>
            <ac:spMk id="2" creationId="{AC7A883F-1FF0-76A8-05EE-4226BFEB3B2A}"/>
          </ac:spMkLst>
        </pc:spChg>
      </pc:sldChg>
      <pc:sldChg chg="add">
        <pc:chgData name="Rafael Tavares" userId="b5f6855f0475f1c2" providerId="LiveId" clId="{628D8C17-BF8F-5867-8BEA-63D513C56F74}" dt="2026-09-14T22:34:05.715" v="3"/>
        <pc:sldMkLst>
          <pc:docMk/>
          <pc:sldMk cId="1317083832" sldId="583"/>
        </pc:sldMkLst>
      </pc:sldChg>
      <pc:sldChg chg="modSp add mod">
        <pc:chgData name="Rafael Tavares" userId="b5f6855f0475f1c2" providerId="LiveId" clId="{628D8C17-BF8F-5867-8BEA-63D513C56F74}" dt="2026-09-14T22:34:43.058" v="13" actId="20577"/>
        <pc:sldMkLst>
          <pc:docMk/>
          <pc:sldMk cId="1759220000" sldId="584"/>
        </pc:sldMkLst>
        <pc:spChg chg="mod">
          <ac:chgData name="Rafael Tavares" userId="b5f6855f0475f1c2" providerId="LiveId" clId="{628D8C17-BF8F-5867-8BEA-63D513C56F74}" dt="2026-09-14T22:34:38.562" v="8" actId="20577"/>
          <ac:spMkLst>
            <pc:docMk/>
            <pc:sldMk cId="1759220000" sldId="584"/>
            <ac:spMk id="23" creationId="{7B20AEA0-4C96-3611-DCE8-13A60607F6C6}"/>
          </ac:spMkLst>
        </pc:spChg>
        <pc:spChg chg="mod">
          <ac:chgData name="Rafael Tavares" userId="b5f6855f0475f1c2" providerId="LiveId" clId="{628D8C17-BF8F-5867-8BEA-63D513C56F74}" dt="2026-09-14T22:34:43.058" v="13" actId="20577"/>
          <ac:spMkLst>
            <pc:docMk/>
            <pc:sldMk cId="1759220000" sldId="584"/>
            <ac:spMk id="28" creationId="{16441BF9-0C46-3766-9265-632D6D17A6CF}"/>
          </ac:spMkLst>
        </pc:spChg>
      </pc:sldChg>
      <pc:sldChg chg="add">
        <pc:chgData name="Rafael Tavares" userId="b5f6855f0475f1c2" providerId="LiveId" clId="{628D8C17-BF8F-5867-8BEA-63D513C56F74}" dt="2026-09-14T22:35:32.490" v="29"/>
        <pc:sldMkLst>
          <pc:docMk/>
          <pc:sldMk cId="3546755044" sldId="585"/>
        </pc:sldMkLst>
      </pc:sldChg>
      <pc:sldChg chg="add del">
        <pc:chgData name="Rafael Tavares" userId="b5f6855f0475f1c2" providerId="LiveId" clId="{628D8C17-BF8F-5867-8BEA-63D513C56F74}" dt="2026-09-14T22:36:06.638" v="35" actId="2696"/>
        <pc:sldMkLst>
          <pc:docMk/>
          <pc:sldMk cId="798220388" sldId="5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685338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Pipeline de ML Completo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Deploy no Streamlit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Anatomia de um pipeline de ML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Ingestão, pré-processamento e treino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Avaliação e serving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Notebook de experimento vs código de produção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Pipelines reprodutíveis com scikit-learn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01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ESTRUTURANDO O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Uma sequência organizada de etapas, cada uma com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responsabilidade clara — não um notebook gigante.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Etapas: Ingestão → Pré-processamento → Treino → Avaliação → Serving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Pensar em pipeline facilita: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Reproduzir e testar cada etapa isoladamente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Automatizar o fluxo de ponta a ponta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Separar claramente as responsabilidades da equipe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ANATOMIA DE UM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PIPELINE DE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NOTEBOOK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Ideal para explorar e iterar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Ótimo para visualizar resultados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Difícil de versionar e testar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Não é reutilizável por outras apps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MÓDULOS PYTHON (.py)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Lógica estabilizada e testável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Reutilizável pelo treino e pelo serving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Versionado normalmente com Git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Base do pipeline que vai para produção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EXPERIMENTAÇÃO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VS PRODUÇÃO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UMA LINHA DE CÓDIGO SALVA O PIPELINE INTEIRO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joblib.dump(pipeline, "modelo.joblib") serializa</a:t>
            </a:r>
          </a:p>
          <a:p>
            <a:r>
              <a:rPr sz="2800" b="0">
                <a:latin typeface="Roboto Light"/>
              </a:rPr>
              <a:t>pré-processamento + modelo em um único artefato.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Scikit-learn Documentation — Pipelines and composite estimators.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8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9E360-F0CC-E8EC-5210-F858A423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F05A1C4C-B315-9EF7-B9F3-FD4F69974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E06F489-64E2-2393-2413-85CADCE95DE3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20AEA0-4C96-3611-DCE8-13A60607F6C6}"/>
              </a:ext>
            </a:extLst>
          </p:cNvPr>
          <p:cNvSpPr txBox="1"/>
          <p:nvPr/>
        </p:nvSpPr>
        <p:spPr>
          <a:xfrm>
            <a:off x="537146" y="4033334"/>
            <a:ext cx="1685338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GothamHTF-Book"/>
              </a:rPr>
              <a:t>CONSTRUINDO A INTERFACE COM STREAMLIT </a:t>
            </a:r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441BF9-0C46-3766-9265-632D6D17A6CF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F89B9307-6966-B53D-989F-E463F680FE5C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91E4AE5-4C33-A150-F832-A528295211A9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CCE501FB-CAF3-32CF-E100-F5A272988468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175922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Pipeline de ML Completo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Deploy no Streamlit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que é o Streamlit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modelo de execução reativo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Widgets de entrada do usuário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Exibindo resultados e métricas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Cache com @st.cache_resource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Documentation. https://docs.streamlit.io/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A INTERFACE COM STREAMLIT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Framework Python open-source que transforma um script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em aplicação web — sem HTML, CSS ou JavaScript.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Sacada central: a cada interação, o script é re-executado do início ao fim.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Principais características: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Simplicidade — app funcional em menos de 30 linhas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Widgets prontos — sliders, botões, upload de arquivos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Visualização integrada — DataFrames, gráficos e métricas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Documentation. https://docs.streamlit.io/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O QUE </a:t>
            </a:r>
            <a:r>
              <a:rPr sz="6000" dirty="0" err="1">
                <a:latin typeface="GothamHTF-Book"/>
              </a:rPr>
              <a:t>É</a:t>
            </a:r>
            <a:r>
              <a:rPr sz="6000" dirty="0">
                <a:latin typeface="GothamHTF-Book"/>
              </a:rPr>
              <a:t> 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STREAMLIT?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Uma app de predição típica tem três partes: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Carregar o modelo (.joblib) uma única vez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Capturar a entrada do usuário com widgets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Rodar model.predict_proba() sobre a entrada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Exibir o resultado com st.metric()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@st.cache_resource evita recarregar o modelo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@st.cache_data cacheia funções de dados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Sem cache, o Streamlit recarrega tudo a cada clique.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CONSTRUINDO A APP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 PREDIÇÃO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st.slider · st.number_input · st.button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Fluxo da interação: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Usuário move o slider ou digita um valor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O Streamlit re-executa o script inteiro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model.predict_proba() roda com a nova entrada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st.metric() exibe a probabilidade na tela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A interface atualiza sem reload de página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Isso é o modelo de execução reativo.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Documentation — Caching overview.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DO SLIDER AO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RESULTADO NA TELA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3489-EE9B-2122-768D-29CEF84C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8F49D80-D239-9F01-6EE8-C3C5554E9F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EA9B9A1B-0CB3-A333-B2D1-911213928D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4FA434E7-B4F3-F8AE-05DB-EBC3F4A67564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98658C0-180F-FC0B-D1EF-51489F30E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55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GothamHTF-Book"/>
              </a:rPr>
              <a:t>PUBLICANDO O MODELO NA WEB </a:t>
            </a: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Preparando o repositório no GitHub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requirements.txt e dependências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Deploy no Streamlit Community Cloud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Quando usar (e não usar) o Streamlit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AWS — deploy em uma instância EC2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Community Cloud Documentation.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PUBLICANDO O MODELO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IDEAL PARA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Protótipos e provas de conceito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Dashboards internos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Demonstrações de modelos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Validar ideias rapidamente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NÃO É IDEAL PARA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Milhares de requisições por segundo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Integrações máquina-a-máquina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Nesses casos: API REST (FastAPI)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Alta concorrência de usuários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3" y="661988"/>
            <a:ext cx="1596264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QUANDO O STREAMLIT</a:t>
            </a:r>
            <a:r>
              <a:rPr lang="pt-BR" sz="6000" dirty="0">
                <a:latin typeface="GothamHTF-Book"/>
              </a:rPr>
              <a:t> </a:t>
            </a:r>
            <a:r>
              <a:rPr sz="6000" dirty="0" err="1">
                <a:solidFill>
                  <a:srgbClr val="D30F59"/>
                </a:solidFill>
                <a:latin typeface="GothamHTF-Book"/>
              </a:rPr>
              <a:t>É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 (E NÃO </a:t>
            </a:r>
            <a:r>
              <a:rPr sz="6000" dirty="0" err="1">
                <a:solidFill>
                  <a:srgbClr val="D30F59"/>
                </a:solidFill>
                <a:latin typeface="GothamHTF-Book"/>
              </a:rPr>
              <a:t>É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) ADEQUADO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app.py + modelo.joblib + requirements.txt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Suba app.py, modelo e requirements.txt ao GitHub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Conecte sua conta do GitHub ao Streamlit Cloud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Aponte para o repositório e o arquivo principal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App publicada com uma URL pública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requirements.txt é essencial — sem ele o deploy falha.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Community Cloud Documentation.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56747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DEPLOY NO STREAMLIT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COMMUNITY CLOUD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AWS: PUBLICANDO O APP EM UMA INSTÂNCIA EC2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Além do Streamlit Community Cloud, você também pode publicar sua aplicação em uma infraestrutura própria na AWS. Neste lab, vamos subir o mesmo app.py em uma instância Amazon EC2, liberar a porta de acesso e obter um IP público — o primeiro passo antes de uma arquitetura de deploy mais robusta.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EC2 + Security Group + Streamlit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Crie uma instância EC2 (Ubuntu, t2.micro)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Libere a porta 8501 no Security Group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Conecte via SSH e instale Python + dependências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Rode streamlit run app.py --server.port 8501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Acesse a aplicação pelo IP público da instância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Mesmo princípio do Streamlit Cloud — agora sob seu controle.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AWS Documentation — Amazon EC2 User Guide.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535304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AWS: DEPLOY EM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UMA INSTÂNCIA EC2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Géron, A. (2022). Hands-On Machine Learning with Scikit-Learn, Keras and TensorFlow. O'Reilly.</a:t>
            </a:r>
          </a:p>
          <a:p>
            <a:r>
              <a:rPr sz="2800" b="0">
                <a:latin typeface="Roboto Light"/>
              </a:rPr>
              <a:t>• Huyen, C. (2022). Designing Machine Learning Systems. O'Reilly Media.</a:t>
            </a:r>
          </a:p>
          <a:p>
            <a:r>
              <a:rPr sz="2800" b="0">
                <a:latin typeface="Roboto Light"/>
              </a:rPr>
              <a:t>• Streamlit Documentation. https://docs.streamlit.io/</a:t>
            </a:r>
          </a:p>
          <a:p>
            <a:r>
              <a:rPr sz="2800" b="0">
                <a:latin typeface="Roboto Light"/>
              </a:rPr>
              <a:t>• Streamlit Community Cloud Documentation. https://docs.streamlit.io/deploy/streamlit-community-cloud</a:t>
            </a:r>
          </a:p>
          <a:p>
            <a:r>
              <a:rPr sz="2800" b="0">
                <a:latin typeface="Roboto Light"/>
              </a:rPr>
              <a:t>• Scikit-learn. "Pipelines and composite estimators".</a:t>
            </a:r>
          </a:p>
          <a:p>
            <a:r>
              <a:rPr sz="2800" b="0">
                <a:latin typeface="Roboto Light"/>
              </a:rPr>
              <a:t>• AWS Documentation — Amazon EC2 User Guide.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11174</TotalTime>
  <Words>1072</Words>
  <Application>Microsoft Macintosh PowerPoint</Application>
  <PresentationFormat>Personalizar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189</cp:revision>
  <dcterms:created xsi:type="dcterms:W3CDTF">2025-02-03T02:49:08Z</dcterms:created>
  <dcterms:modified xsi:type="dcterms:W3CDTF">2026-09-14T22:36:31Z</dcterms:modified>
</cp:coreProperties>
</file>