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13"/>
  </p:notesMasterIdLst>
  <p:handoutMasterIdLst>
    <p:handoutMasterId r:id="rId14"/>
  </p:handout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572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5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6" autoAdjust="0"/>
    <p:restoredTop sz="94658"/>
  </p:normalViewPr>
  <p:slideViewPr>
    <p:cSldViewPr snapToGrid="0">
      <p:cViewPr varScale="1">
        <p:scale>
          <a:sx n="80" d="100"/>
          <a:sy n="80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Versionamento de Dados e Modelos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MLflow e DVC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Por que versionar dados e modelos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Reprodutibilidade, auditoria e rollback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Por que o Git não basta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Arquivos de dados grandes e binários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MLflow e DVC como solução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Treveil, M. et al. (2020). Introducing MLOps.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01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ENTENDENDO O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Versionar não é burocracia — é o que permite confiar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nos resultados de um experimento.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Reprodutibilidade, auditoria, colaboração e rollback dependem disso.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O Git é ótimo para código, mas projetos de ML têm mais: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Arquivos de dados de gigabytes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Modelos binários sem diff legível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Experimentos com parâmetros e métricas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Treveil, M. et al. (2020). Introducing MLOps. O'Reilly.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POR QUE VERSIONAR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DADOS E MODELOS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O MODELO DE 0,89 SIMPLESMENTE EVAPOROU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Sem versionar dados, código e parâmetros juntos,</a:t>
            </a:r>
          </a:p>
          <a:p>
            <a:r>
              <a:rPr sz="2800" b="0">
                <a:latin typeface="Roboto Light"/>
              </a:rPr>
              <a:t>reproduzir um resultado de três meses atrás pode ser impossível.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cenário comum em equipes de ML sem MLOps maduro.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GIT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Versiona código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Ótimo para arquivos de texto pequenos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Engasga com datasets de gigabytes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MLFLOW + DVC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MLflow versiona experimentos e modelos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DVC versiona dados grandes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Ambos trabalham junto com o Git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MLflow Documentation; DVC Documentation.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GIT VS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MLFLOW + DVC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B89C133-E752-2C44-B5C9-B548033CED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2F175625-2DA1-A3DE-30DB-D07F37B17ED5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18F170F-F362-E056-3510-0C09C9D4D9A2}"/>
              </a:ext>
            </a:extLst>
          </p:cNvPr>
          <p:cNvSpPr txBox="1"/>
          <p:nvPr/>
        </p:nvSpPr>
        <p:spPr>
          <a:xfrm>
            <a:off x="632023" y="3758506"/>
            <a:ext cx="970101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SEGUIR: PARTE 02
MLFLOW NA PRÁTICA</a:t>
            </a:r>
          </a:p>
        </p:txBody>
      </p:sp>
      <p:sp>
        <p:nvSpPr>
          <p:cNvPr id="9" name="Freeform: Shape 40">
            <a:extLst>
              <a:ext uri="{FF2B5EF4-FFF2-40B4-BE49-F238E27FC236}">
                <a16:creationId xmlns:a16="http://schemas.microsoft.com/office/drawing/2014/main" id="{181D5567-6116-2790-00C7-2CCBA698A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0" name="Freeform: Shape 41">
            <a:extLst>
              <a:ext uri="{FF2B5EF4-FFF2-40B4-BE49-F238E27FC236}">
                <a16:creationId xmlns:a16="http://schemas.microsoft.com/office/drawing/2014/main" id="{5DDDA17D-AF65-9317-C1ED-16BB0630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Versionamento de Dados e Modelos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MLflow e DVC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02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MLflow Tracking — parâmetros e métricas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Artefatos e comparação de execuções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MLflow Model Registry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Staging, Production e Archived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Promovendo modelos com segurança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MLflow Documentation. https://mlflow.org/docs/latest/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02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MLFLOW NA PRÁTICA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Cada execução (run) registra: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Parâmetros — os hiperparâmetros usados no treino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Métricas — F1, acurácia, RMSE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Artefatos — o modelo, gráficos, datasets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Tags e metadados — autor, versão dos dados, data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mlflow.log_metric("f1_score", 0.89)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— nunca mais um modelo evapora.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MLFLOW TRACKING: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O QUE É REGISTRADO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Staging → Production → Archived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Fluxo típico de promoção: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Experimento promissor é registrado como versão 1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O modelo vai para Staging para validação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Após aprovação, é promovido para Production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O modelo anterior é arquivado automaticamente.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MLflow Documentation — Model Registry.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MODEL REGISTRY: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CICLO DE VIDA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DEZENAS DE MILHARES DE ORGANIZAÇÕES USAM O MLFLOW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A Databricks reporta milhões de downloads por mês — o</a:t>
            </a:r>
          </a:p>
          <a:p>
            <a:r>
              <a:rPr sz="2800" b="0">
                <a:latin typeface="Roboto Light"/>
              </a:rPr>
              <a:t>MLflow se tornou o padrão de fato para experiment tracking.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Databricks — dados de adoção do MLflow.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B89C133-E752-2C44-B5C9-B548033CED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2F175625-2DA1-A3DE-30DB-D07F37B17ED5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18F170F-F362-E056-3510-0C09C9D4D9A2}"/>
              </a:ext>
            </a:extLst>
          </p:cNvPr>
          <p:cNvSpPr txBox="1"/>
          <p:nvPr/>
        </p:nvSpPr>
        <p:spPr>
          <a:xfrm>
            <a:off x="632023" y="3758506"/>
            <a:ext cx="970101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SEGUIR: PARTE 03
DVC PARA DADOS E PIPELINES</a:t>
            </a:r>
          </a:p>
        </p:txBody>
      </p:sp>
      <p:sp>
        <p:nvSpPr>
          <p:cNvPr id="9" name="Freeform: Shape 40">
            <a:extLst>
              <a:ext uri="{FF2B5EF4-FFF2-40B4-BE49-F238E27FC236}">
                <a16:creationId xmlns:a16="http://schemas.microsoft.com/office/drawing/2014/main" id="{181D5567-6116-2790-00C7-2CCBA698A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0" name="Freeform: Shape 41">
            <a:extLst>
              <a:ext uri="{FF2B5EF4-FFF2-40B4-BE49-F238E27FC236}">
                <a16:creationId xmlns:a16="http://schemas.microsoft.com/office/drawing/2014/main" id="{5DDDA17D-AF65-9317-C1ED-16BB0630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Versionamento de Dados e Modelos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MLflow e DVC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03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DVC — o "Git para dados"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Ponteiros .dvc e armazenamento remoto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Pipelines reprodutíveis com dvc.yaml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fluxo integrado Git + DVC + MLflow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Lab AWS — S3 como remote do DVC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DVC Documentation. https://dvc.org/doc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03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DVC PARA DADOS E PIPELINES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SEM DVC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Dataset gigante direto no Git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Repositório incha e fica lento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Sem controle de qual versão foi usada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COM DVC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Git guarda só o ponteiro .dvc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Os dados ficam no armazenamento remoto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dvc pull baixa a versão exata dos dados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DVC Documentation. https://dvc.org/doc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SEM DVC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VS COM DVC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Cada ferramenta cuida de uma dimensão: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Git versiona código — scripts e configurações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DVC versiona dados — datasets e pipelines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MLflow versiona experimentos — parâmetros e modelos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Reproduzir um resultado de meses atrás =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checkout + dvc pull + dvc repro.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O FLUXO INTEGRADO: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GIT + DVC + MLFLOW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D57F-81BF-50B2-77FF-BA0A047E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5000" dirty="0">
                <a:latin typeface="GothamHTF-Book" pitchFamily="2" charset="0"/>
              </a:rPr>
              <a:t>LAB AWS: USANDO O AMAZON S3 COMO REMOTE DO DVC</a:t>
            </a:r>
            <a:r>
              <a:rPr lang="en-US" sz="5000" dirty="0">
                <a:solidFill>
                  <a:srgbClr val="D30F59"/>
                </a:solidFill>
                <a:latin typeface="GothamHTF-Book" pitchFamily="2" charset="0"/>
              </a:rPr>
              <a:t/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>
              <a:defRPr/>
            </a:pP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O DVC precisa de um armazenamento remoto para os dados de verdade — o Git guarda só o ponteiro. Neste lab, vamos configurar um bucket do Amazon S3 como remote do DVC, para versionar datasets grandes sem nunca colocá-los dentro do repositório Git.</a:t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D30F59"/>
              </a:solidFill>
              <a:effectLst/>
              <a:uLnTx/>
              <a:uFillTx/>
              <a:latin typeface="GothamHTF-Boo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dvc remote add -d storage s3://bucket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 do laboratório: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Crie um bucket S3 dedicado a dados versionados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Configure as credenciais AWS no ambiente (aws configure)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dvc remote add -d storage s3://meu-bucket/dvcstore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dvc add dados/dataset.csv gera o ponteiro .dvc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dvc push envia os dados reais para o S3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O time inteiro roda dvc pull e recebe a versão exata dos dados.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DVC Documentation — Amazon S3 remote.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LAB AWS: S3 COMO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REMOTE DO DVC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REFERÊNCIAS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• Treveil, M. et al. (2020). Introducing MLOps. O'Reilly Media.</a:t>
            </a:r>
          </a:p>
          <a:p>
            <a:r>
              <a:rPr sz="2800" b="0">
                <a:latin typeface="Roboto Light"/>
              </a:rPr>
              <a:t>• MLflow Documentation. https://mlflow.org/docs/latest/index.html</a:t>
            </a:r>
          </a:p>
          <a:p>
            <a:r>
              <a:rPr sz="2800" b="0">
                <a:latin typeface="Roboto Light"/>
              </a:rPr>
              <a:t>• DVC Documentation. https://dvc.org/doc</a:t>
            </a:r>
          </a:p>
          <a:p>
            <a:r>
              <a:rPr sz="2800" b="0">
                <a:latin typeface="Roboto Light"/>
              </a:rPr>
              <a:t>• Zaharia, M. et al. (2018). Accelerating the ML Lifecycle with MLflow. IEEE.</a:t>
            </a:r>
          </a:p>
          <a:p>
            <a:r>
              <a:rPr sz="2800" b="0">
                <a:latin typeface="Roboto Light"/>
              </a:rPr>
              <a:t>• DVC Documentation — Amazon S3 remote storage.</a:t>
            </a:r>
          </a:p>
          <a:p>
            <a:r>
              <a:rPr sz="2800" b="0">
                <a:latin typeface="Roboto Light"/>
              </a:rPr>
              <a:t>• AWS Documentation — Amazon S3.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11172</TotalTime>
  <Words>626</Words>
  <Application>Microsoft Macintosh PowerPoint</Application>
  <PresentationFormat>Custom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Nogueira Tavares</cp:lastModifiedBy>
  <cp:revision>189</cp:revision>
  <dcterms:created xsi:type="dcterms:W3CDTF">2025-02-03T02:49:08Z</dcterms:created>
  <dcterms:modified xsi:type="dcterms:W3CDTF">2026-04-01T20:43:43Z</dcterms:modified>
</cp:coreProperties>
</file>